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variable in C/C++?</a:t>
            </a:r>
          </a:p>
          <a:p>
            <a:endParaRPr/>
          </a:p>
          <a:p>
            <a:r>
              <a:t>Answer:</a:t>
            </a:r>
          </a:p>
          <a:p>
            <a:r>
              <a:t>A variable is a named memory location used to store data. Its value can change during program execution, helping programs process and manage information efficiently.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Why do we use variables in programs?</a:t>
            </a:r>
          </a:p>
          <a:p>
            <a:endParaRPr/>
          </a:p>
          <a:p>
            <a:r>
              <a:t>Answer:</a:t>
            </a:r>
          </a:p>
          <a:p>
            <a:r>
              <a:t>Variables are used to store, update, and manipulate data. They make programs flexible by allowing values to change during execution when needed.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difference between a variable name and its value?</a:t>
            </a:r>
          </a:p>
          <a:p>
            <a:endParaRPr/>
          </a:p>
          <a:p>
            <a:r>
              <a:t>Answer:</a:t>
            </a:r>
          </a:p>
          <a:p>
            <a:r>
              <a:t>A variable name identifies a memory location, while the value is the actual data stored in that location and used by the program.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Question:</a:t>
            </a:r>
          </a:p>
          <a:p>
            <a:r>
              <a:t>Which of the following is a valid variable name? a) 2num b) total_marks c) for d) my marks</a:t>
            </a:r>
          </a:p>
          <a:p>
            <a:endParaRPr/>
          </a:p>
          <a:p>
            <a:r>
              <a:t>Answer:</a:t>
            </a:r>
          </a:p>
          <a:p>
            <a:r>
              <a:t>The correct answer is total_marks. It follows C++ naming rules because it starts with a letter and contains only valid characters.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Why is Age different from age?</a:t>
            </a:r>
          </a:p>
          <a:p>
            <a:endParaRPr/>
          </a:p>
          <a:p>
            <a:r>
              <a:t>Answer:</a:t>
            </a:r>
          </a:p>
          <a:p>
            <a:r>
              <a:t>C++ is case-sensitive. Therefore, Age and age are treated as two different variable names and can store different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a variable name contain spaces? Why?</a:t>
            </a:r>
          </a:p>
          <a:p>
            <a:endParaRPr/>
          </a:p>
          <a:p>
            <a:r>
              <a:t>Answer:</a:t>
            </a:r>
          </a:p>
          <a:p>
            <a:r>
              <a:t>No, variable names cannot contain spaces because the compiler treats spaces as separators between words, causing syntax errors.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Can a variable name start with an underscore (_) ?</a:t>
            </a:r>
          </a:p>
          <a:p>
            <a:endParaRPr/>
          </a:p>
          <a:p>
            <a:r>
              <a:t>Answer:</a:t>
            </a:r>
          </a:p>
          <a:p>
            <a:r>
              <a:t>Yes, a variable name can start with an underscore. However, meaningful names are generally preferred for better readability.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happens if two variables have the same name in the same scope?</a:t>
            </a:r>
          </a:p>
          <a:p>
            <a:endParaRPr/>
          </a:p>
          <a:p>
            <a:r>
              <a:t>Answer:</a:t>
            </a:r>
          </a:p>
          <a:p>
            <a:r>
              <a:t>Using the same variable name in the same scope causes a redeclaration error because each variable must have a unique name.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t>Question:</a:t>
            </a:r>
          </a:p>
          <a:p>
            <a:r>
              <a:t>Write three meaningful variable names for storing student information.</a:t>
            </a:r>
          </a:p>
          <a:p>
            <a:endParaRPr/>
          </a:p>
          <a:p>
            <a:r>
              <a:t>Answer:</a:t>
            </a:r>
          </a:p>
          <a:p>
            <a:r>
              <a:t>Examples include studentName, studentAge, and studentMarks. These names clearly describe the information being stored in each variable.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naming convention is better and why: studentMarks or sm?</a:t>
            </a:r>
          </a:p>
          <a:p>
            <a:endParaRPr/>
          </a:p>
          <a:p>
            <a:r>
              <a:t>Answer:</a:t>
            </a:r>
          </a:p>
          <a:p>
            <a:r>
              <a:t>studentMarks is better because it clearly describes the stored data, making the program easier to understand and maintain.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 data type?</a:t>
            </a:r>
          </a:p>
          <a:p>
            <a:endParaRPr/>
          </a:p>
          <a:p>
            <a:r>
              <a:t>Answer:</a:t>
            </a:r>
          </a:p>
          <a:p>
            <a:r>
              <a:t>A data type specifies the kind of data a variable can store, such as numbers, characters, decimal values, or logical values.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data type is used to store whole numbers?</a:t>
            </a:r>
          </a:p>
          <a:p>
            <a:endParaRPr/>
          </a:p>
          <a:p>
            <a:r>
              <a:t>Answer:</a:t>
            </a:r>
          </a:p>
          <a:p>
            <a:r>
              <a:t>The int data type is used to store whole numbers without decimal points in C++ programs.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data type is used to store decimal values?</a:t>
            </a:r>
          </a:p>
          <a:p>
            <a:endParaRPr/>
          </a:p>
          <a:p>
            <a:r>
              <a:t>Answer:</a:t>
            </a:r>
          </a:p>
          <a:p>
            <a:r>
              <a:t>Float and double data types are used to store decimal numbers. Double provides greater precision than float.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difference between float and double?</a:t>
            </a:r>
          </a:p>
          <a:p>
            <a:endParaRPr/>
          </a:p>
          <a:p>
            <a:r>
              <a:t>Answer:</a:t>
            </a:r>
          </a:p>
          <a:p>
            <a:r>
              <a:t>Float stores decimal values with lower precision, while double stores them with higher precision and a larger range.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data type stores a single character?</a:t>
            </a:r>
          </a:p>
          <a:p>
            <a:endParaRPr/>
          </a:p>
          <a:p>
            <a:r>
              <a:t>Answer:</a:t>
            </a:r>
          </a:p>
          <a:p>
            <a:r>
              <a:t>The char data type stores a single character, such as a letter, digit, or special symbol.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data type stores True/False values?</a:t>
            </a:r>
          </a:p>
          <a:p>
            <a:endParaRPr/>
          </a:p>
          <a:p>
            <a:r>
              <a:t>Answer:</a:t>
            </a:r>
          </a:p>
          <a:p>
            <a:r>
              <a:t>The bool data type stores logical values and can contain only true or false.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data type is suitable for storing a person's name?</a:t>
            </a:r>
          </a:p>
          <a:p>
            <a:endParaRPr/>
          </a:p>
          <a:p>
            <a:r>
              <a:t>Answer:</a:t>
            </a:r>
          </a:p>
          <a:p>
            <a:r>
              <a:t>The string data type is suitable for storing a person's name because it can hold multiple characters together.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Predict the output: int age=18; cout&lt;&lt;age;</a:t>
            </a:r>
          </a:p>
          <a:p>
            <a:endParaRPr/>
          </a:p>
          <a:p>
            <a:r>
              <a:t>Answer:</a:t>
            </a:r>
          </a:p>
          <a:p>
            <a:r>
              <a:t>The output will be 18 because the value stored in the variable age is displayed using cout.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Identify the data type: 25, 3.14, 'A', true.</a:t>
            </a:r>
          </a:p>
          <a:p>
            <a:endParaRPr/>
          </a:p>
          <a:p>
            <a:r>
              <a:t>Answer:</a:t>
            </a:r>
          </a:p>
          <a:p>
            <a:r>
              <a:t>25 is int, 3.14 is double, 'A' is char, and true is bool according to C++ data types.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happens if you store a decimal number in an int variable?</a:t>
            </a:r>
          </a:p>
          <a:p>
            <a:endParaRPr/>
          </a:p>
          <a:p>
            <a:r>
              <a:t>Answer:</a:t>
            </a:r>
          </a:p>
          <a:p>
            <a:r>
              <a:t>The decimal portion is removed when storing a decimal value in an int variable, leaving only the whole number part.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purpose of cin?</a:t>
            </a:r>
          </a:p>
          <a:p>
            <a:endParaRPr/>
          </a:p>
          <a:p>
            <a:r>
              <a:t>Answer:</a:t>
            </a:r>
          </a:p>
          <a:p>
            <a:r>
              <a:t>cin is used to accept input from the user and store it in variables during program execution.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purpose of cout?</a:t>
            </a:r>
          </a:p>
          <a:p>
            <a:endParaRPr/>
          </a:p>
          <a:p>
            <a:r>
              <a:t>Answer:</a:t>
            </a:r>
          </a:p>
          <a:p>
            <a:r>
              <a:t>cout is used to display output, messages, and variable values on the screen for the user.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symbol is used with cin?</a:t>
            </a:r>
          </a:p>
          <a:p>
            <a:endParaRPr/>
          </a:p>
          <a:p>
            <a:r>
              <a:t>Answer:</a:t>
            </a:r>
          </a:p>
          <a:p>
            <a:r>
              <a:t>The extraction operator &gt;&gt; is used with cin to take input from the user.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symbol is used with cout?</a:t>
            </a:r>
          </a:p>
          <a:p>
            <a:endParaRPr/>
          </a:p>
          <a:p>
            <a:r>
              <a:t>Answer:</a:t>
            </a:r>
          </a:p>
          <a:p>
            <a:r>
              <a:t>The insertion operator &lt;&lt; is used with cout to display output on the screen.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Explain: cin &gt;&gt; age;</a:t>
            </a:r>
          </a:p>
          <a:p>
            <a:endParaRPr/>
          </a:p>
          <a:p>
            <a:r>
              <a:t>Answer:</a:t>
            </a:r>
          </a:p>
          <a:p>
            <a:r>
              <a:t>This statement takes a value entered by the user and stores it in the variable age.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Explain: cout &lt;&lt; age;</a:t>
            </a:r>
          </a:p>
          <a:p>
            <a:endParaRPr/>
          </a:p>
          <a:p>
            <a:r>
              <a:t>Answer:</a:t>
            </a:r>
          </a:p>
          <a:p>
            <a:r>
              <a:t>This statement displays the current value stored in the variable age on the screen.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purpose of endl?</a:t>
            </a:r>
          </a:p>
          <a:p>
            <a:endParaRPr/>
          </a:p>
          <a:p>
            <a:r>
              <a:t>Answer:</a:t>
            </a:r>
          </a:p>
          <a:p>
            <a:r>
              <a:t>endl inserts a new line and moves the cursor to the beginning of the next line.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a statement to input a student's marks.</a:t>
            </a:r>
          </a:p>
          <a:p>
            <a:endParaRPr/>
          </a:p>
          <a:p>
            <a:r>
              <a:t>Answer:</a:t>
            </a:r>
          </a:p>
          <a:p>
            <a:r>
              <a:t>The statement is: cin &gt;&gt; marks; It accepts marks entered by the user and stores them.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a statement to display 'Welcome to C++'.</a:t>
            </a:r>
          </a:p>
          <a:p>
            <a:endParaRPr/>
          </a:p>
          <a:p>
            <a:r>
              <a:t>Answer:</a:t>
            </a:r>
          </a:p>
          <a:p>
            <a:r>
              <a:t>The statement is: cout &lt;&lt; "Welcome to C++"; It displays the given message on the screen.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Predict the output: cout &lt;&lt; 'Programming';</a:t>
            </a:r>
          </a:p>
          <a:p>
            <a:endParaRPr/>
          </a:p>
          <a:p>
            <a:r>
              <a:t>Answer:</a:t>
            </a:r>
          </a:p>
          <a:p>
            <a:r>
              <a:t>The output will be Programming because cout displays the text provided within the output statement.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an operator?</a:t>
            </a:r>
          </a:p>
          <a:p>
            <a:endParaRPr/>
          </a:p>
          <a:p>
            <a:r>
              <a:t>Answer:</a:t>
            </a:r>
          </a:p>
          <a:p>
            <a:r>
              <a:t>An operator is a symbol that performs mathematical, relational, logical, or other operations on variables and values.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operator is used for addition?</a:t>
            </a:r>
          </a:p>
          <a:p>
            <a:endParaRPr/>
          </a:p>
          <a:p>
            <a:r>
              <a:t>Answer:</a:t>
            </a:r>
          </a:p>
          <a:p>
            <a:r>
              <a:t>The plus sign (+) is used as the addition operator to add two or more values.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result of 10 % 3?</a:t>
            </a:r>
          </a:p>
          <a:p>
            <a:endParaRPr/>
          </a:p>
          <a:p>
            <a:r>
              <a:t>Answer:</a:t>
            </a:r>
          </a:p>
          <a:p>
            <a:r>
              <a:t>The result is 1 because 10 divided by 3 leaves a remainder of 1.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result of 8 % 2?</a:t>
            </a:r>
          </a:p>
          <a:p>
            <a:endParaRPr/>
          </a:p>
          <a:p>
            <a:r>
              <a:t>Answer:</a:t>
            </a:r>
          </a:p>
          <a:p>
            <a:r>
              <a:t>The result is 0 because 8 is completely divisible by 2 with no remainder.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operator checks equality?</a:t>
            </a:r>
          </a:p>
          <a:p>
            <a:endParaRPr/>
          </a:p>
          <a:p>
            <a:r>
              <a:t>Answer:</a:t>
            </a:r>
          </a:p>
          <a:p>
            <a:r>
              <a:t>The equality operator (==) is used to check whether two values are equal or not.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difference between = and == ?</a:t>
            </a:r>
          </a:p>
          <a:p>
            <a:endParaRPr/>
          </a:p>
          <a:p>
            <a:r>
              <a:t>Answer:</a:t>
            </a:r>
          </a:p>
          <a:p>
            <a:r>
              <a:t>The = operator assigns a value to a variable, while == compares two values for equality.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result of 5 &gt; 3?</a:t>
            </a:r>
          </a:p>
          <a:p>
            <a:endParaRPr/>
          </a:p>
          <a:p>
            <a:r>
              <a:t>Answer:</a:t>
            </a:r>
          </a:p>
          <a:p>
            <a:r>
              <a:t>The result is true because 5 is greater than 3, making the comparison correct.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&amp;&amp; represent?</a:t>
            </a:r>
          </a:p>
          <a:p>
            <a:endParaRPr/>
          </a:p>
          <a:p>
            <a:r>
              <a:t>Answer:</a:t>
            </a:r>
          </a:p>
          <a:p>
            <a:r>
              <a:t>&amp;&amp; represents the logical AND operator. It returns true only when both conditions are true.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|| represent?</a:t>
            </a:r>
          </a:p>
          <a:p>
            <a:endParaRPr/>
          </a:p>
          <a:p>
            <a:r>
              <a:t>Answer:</a:t>
            </a:r>
          </a:p>
          <a:p>
            <a:r>
              <a:t>|| represents the logical OR operator. It returns true if at least one condition is true.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does ! represent?</a:t>
            </a:r>
          </a:p>
          <a:p>
            <a:endParaRPr/>
          </a:p>
          <a:p>
            <a:r>
              <a:t>Answer:</a:t>
            </a:r>
          </a:p>
          <a:p>
            <a:r>
              <a:t>! represents the logical NOT operator. It reverses the logical value of a condition.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Write a program to print 'Hello World'.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DE1825-9306-CA58-A138-4A2BE98CB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85" y="2723160"/>
            <a:ext cx="5170930" cy="37254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208314"/>
            <a:ext cx="8360229" cy="4917849"/>
          </a:xfrm>
        </p:spPr>
        <p:txBody>
          <a:bodyPr>
            <a:normAutofit/>
          </a:bodyPr>
          <a:lstStyle/>
          <a:p>
            <a:r>
              <a:rPr dirty="0"/>
              <a:t>Question:</a:t>
            </a:r>
          </a:p>
          <a:p>
            <a:r>
              <a:rPr dirty="0"/>
              <a:t>Write a program to input two numbers and display their sum.</a:t>
            </a:r>
            <a:endParaRPr lang="en-US" dirty="0"/>
          </a:p>
          <a:p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98981C-FF92-4133-E043-13D0A1EDB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0" y="2993572"/>
            <a:ext cx="7872716" cy="3744686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Write a program to calculate the area of a rectangle.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B3214A-868B-250B-F1C7-B7AFAC89D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468" y="3175756"/>
            <a:ext cx="6484361" cy="352984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What formula is used to calculate Simple Interest?</a:t>
            </a:r>
            <a:endParaRPr lang="en-US" dirty="0"/>
          </a:p>
          <a:p>
            <a:r>
              <a:rPr lang="en-IN" dirty="0"/>
              <a:t>SI=(P*R*T)/100</a:t>
            </a:r>
          </a:p>
          <a:p>
            <a:r>
              <a:rPr lang="en-IN" dirty="0"/>
              <a:t>Where P=Principal Value</a:t>
            </a:r>
          </a:p>
          <a:p>
            <a:r>
              <a:rPr lang="en-IN" dirty="0"/>
              <a:t>R=Rate</a:t>
            </a:r>
          </a:p>
          <a:p>
            <a:r>
              <a:rPr lang="en-IN" dirty="0"/>
              <a:t>T=Time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E4C2B4-AA68-F69B-CAF4-FED058258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0605" y="2827705"/>
            <a:ext cx="2991281" cy="391113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1" y="1600200"/>
            <a:ext cx="8730342" cy="4983162"/>
          </a:xfrm>
        </p:spPr>
        <p:txBody>
          <a:bodyPr/>
          <a:lstStyle/>
          <a:p>
            <a:r>
              <a:t>Question:</a:t>
            </a:r>
          </a:p>
          <a:p>
            <a:r>
              <a:t>Write a program to calculate Simple Interest.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AFEDB-C5AC-8E0C-7C62-795157616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258" y="2815645"/>
            <a:ext cx="7260772" cy="3834409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Why is a temporary variable used while swapping two numbers?</a:t>
            </a:r>
            <a:endParaRPr lang="en-US" dirty="0"/>
          </a:p>
          <a:p>
            <a:r>
              <a:rPr lang="en-US" dirty="0"/>
              <a:t>Answer:</a:t>
            </a:r>
          </a:p>
          <a:p>
            <a:r>
              <a:rPr lang="en-US" dirty="0"/>
              <a:t>A temporary variable is used to store one value temporarily during swapping. This prevents the original value from being lost before the exchange is completed.</a:t>
            </a:r>
            <a:endParaRPr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21230"/>
            <a:ext cx="8686800" cy="5004934"/>
          </a:xfrm>
        </p:spPr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Swap the values: a=10, b=20.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0B53EC-1EF6-5A24-4AD5-A898B94BAD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862944"/>
            <a:ext cx="8948058" cy="360317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What formula is used to convert Celsius into Fahrenheit?</a:t>
            </a:r>
            <a:endParaRPr lang="en-US" dirty="0"/>
          </a:p>
          <a:p>
            <a:r>
              <a:rPr lang="en-IN" dirty="0"/>
              <a:t>F=(9/5*C)+32</a:t>
            </a:r>
          </a:p>
          <a:p>
            <a:r>
              <a:rPr lang="en-IN" dirty="0"/>
              <a:t>Where, F=Fahrenheit</a:t>
            </a:r>
          </a:p>
          <a:p>
            <a:r>
              <a:rPr lang="en-IN" dirty="0"/>
              <a:t>C=</a:t>
            </a:r>
            <a:r>
              <a:rPr lang="en-IN" dirty="0" err="1"/>
              <a:t>Celcius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What is the Fahrenheit value of 0°C?</a:t>
            </a:r>
            <a:endParaRPr lang="en-US" dirty="0"/>
          </a:p>
          <a:p>
            <a:r>
              <a:rPr lang="en-IN" dirty="0"/>
              <a:t>32 degree F</a:t>
            </a:r>
            <a:endParaRPr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Question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Question:</a:t>
            </a:r>
          </a:p>
          <a:p>
            <a:r>
              <a:rPr dirty="0"/>
              <a:t>Why can integer division give incorrect results in the Celsius-to-Fahrenheit program?</a:t>
            </a:r>
            <a:endParaRPr lang="en-US" dirty="0"/>
          </a:p>
          <a:p>
            <a:r>
              <a:rPr lang="en-US" dirty="0"/>
              <a:t>Answer:</a:t>
            </a:r>
          </a:p>
          <a:p>
            <a:r>
              <a:rPr lang="en-US" dirty="0"/>
              <a:t>Integer division removes the decimal part of a result. For example, 9/5 = 1 instead of 1.8, which can make the Fahrenheit calculation inaccurate.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1614</Words>
  <Application>Microsoft Office PowerPoint</Application>
  <PresentationFormat>On-screen Show (4:3)</PresentationFormat>
  <Paragraphs>282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Question 1</vt:lpstr>
      <vt:lpstr>Question 2</vt:lpstr>
      <vt:lpstr>Question 3</vt:lpstr>
      <vt:lpstr>Question 4</vt:lpstr>
      <vt:lpstr>Question 5</vt:lpstr>
      <vt:lpstr>Question 6</vt:lpstr>
      <vt:lpstr>Question 7</vt:lpstr>
      <vt:lpstr>Question 8</vt:lpstr>
      <vt:lpstr>Question 9</vt:lpstr>
      <vt:lpstr>Question 10</vt:lpstr>
      <vt:lpstr>Question 11</vt:lpstr>
      <vt:lpstr>Question 12</vt:lpstr>
      <vt:lpstr>Question 13</vt:lpstr>
      <vt:lpstr>Question 14</vt:lpstr>
      <vt:lpstr>Question 15</vt:lpstr>
      <vt:lpstr>Question 16</vt:lpstr>
      <vt:lpstr>Question 17</vt:lpstr>
      <vt:lpstr>Question 18</vt:lpstr>
      <vt:lpstr>Question 19</vt:lpstr>
      <vt:lpstr>Question 20</vt:lpstr>
      <vt:lpstr>Question 21</vt:lpstr>
      <vt:lpstr>Question 22</vt:lpstr>
      <vt:lpstr>Question 23</vt:lpstr>
      <vt:lpstr>Question 24</vt:lpstr>
      <vt:lpstr>Question 25</vt:lpstr>
      <vt:lpstr>Question 26</vt:lpstr>
      <vt:lpstr>Question 27</vt:lpstr>
      <vt:lpstr>Question 28</vt:lpstr>
      <vt:lpstr>Question 29</vt:lpstr>
      <vt:lpstr>Question 30</vt:lpstr>
      <vt:lpstr>Question 31</vt:lpstr>
      <vt:lpstr>Question 32</vt:lpstr>
      <vt:lpstr>Question 33</vt:lpstr>
      <vt:lpstr>Question 34</vt:lpstr>
      <vt:lpstr>Question 35</vt:lpstr>
      <vt:lpstr>Question 36</vt:lpstr>
      <vt:lpstr>Question 37</vt:lpstr>
      <vt:lpstr>Question 38</vt:lpstr>
      <vt:lpstr>Question 39</vt:lpstr>
      <vt:lpstr>Question 40</vt:lpstr>
      <vt:lpstr>Question 41</vt:lpstr>
      <vt:lpstr>Question 42</vt:lpstr>
      <vt:lpstr>Question 43</vt:lpstr>
      <vt:lpstr>Question 44</vt:lpstr>
      <vt:lpstr>Question 45</vt:lpstr>
      <vt:lpstr>Question 46</vt:lpstr>
      <vt:lpstr>Question 47</vt:lpstr>
      <vt:lpstr>Question 48</vt:lpstr>
      <vt:lpstr>Question 49</vt:lpstr>
      <vt:lpstr>Question 50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Aditya Dubey</cp:lastModifiedBy>
  <cp:revision>3</cp:revision>
  <dcterms:created xsi:type="dcterms:W3CDTF">2013-01-27T09:14:16Z</dcterms:created>
  <dcterms:modified xsi:type="dcterms:W3CDTF">2026-06-15T16:12:02Z</dcterms:modified>
  <cp:category/>
</cp:coreProperties>
</file>