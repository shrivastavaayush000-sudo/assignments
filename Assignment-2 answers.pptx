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conditional statement in programming?</a:t>
            </a:r>
          </a:p>
          <a:p/>
          <a:p>
            <a:r>
              <a:t>Answer:</a:t>
            </a:r>
          </a:p>
          <a:p>
            <a:r>
              <a:t>A conditional statement controls program flow by executing different actions depending on whether a condition evaluates to true or false.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an if statement do?</a:t>
            </a:r>
          </a:p>
          <a:p/>
          <a:p>
            <a:r>
              <a:t>Answer:</a:t>
            </a:r>
          </a:p>
          <a:p>
            <a:r>
              <a:t>An if statement checks a condition and executes a block of code only when the condition is true.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purpose of an else block?</a:t>
            </a:r>
          </a:p>
          <a:p/>
          <a:p>
            <a:r>
              <a:t>Answer:</a:t>
            </a:r>
          </a:p>
          <a:p>
            <a:r>
              <a:t>An else block provides an alternative set of statements that execute when the if condition becomes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When is an else block executed?</a:t>
            </a:r>
          </a:p>
          <a:p/>
          <a:p>
            <a:r>
              <a:t>Answer:</a:t>
            </a:r>
          </a:p>
          <a:p>
            <a:r>
              <a:t>An else block runs only when the associated if condition evaluates to false during program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Boolean expression?</a:t>
            </a:r>
          </a:p>
          <a:p/>
          <a:p>
            <a:r>
              <a:t>Answer:</a:t>
            </a:r>
          </a:p>
          <a:p>
            <a:r>
              <a:t>A Boolean expression is a condition that evaluates to either true or false and guides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the syntax of a simple if statement.</a:t>
            </a:r>
          </a:p>
          <a:p/>
          <a:p>
            <a:r>
              <a:t>Answer:</a:t>
            </a:r>
          </a:p>
          <a:p>
            <a:r>
              <a:t>Syntax: if(condition) { statements; }. The statements execute only when the condition is 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operator is commonly used to test equality?</a:t>
            </a:r>
          </a:p>
          <a:p/>
          <a:p>
            <a:r>
              <a:t>Answer:</a:t>
            </a:r>
          </a:p>
          <a:p>
            <a:r>
              <a:t>The equality operator == is commonly used to test whether two values are equal.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the modulus (%) operator return?</a:t>
            </a:r>
          </a:p>
          <a:p/>
          <a:p>
            <a:r>
              <a:t>Answer:</a:t>
            </a:r>
          </a:p>
          <a:p>
            <a:r>
              <a:t>The modulus operator returns the remainder after dividing one number by another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can you check if a number is even?</a:t>
            </a:r>
          </a:p>
          <a:p/>
          <a:p>
            <a:r>
              <a:t>Answer:</a:t>
            </a:r>
          </a:p>
          <a:p>
            <a:r>
              <a:t>A number is even when the condition number % 2 == 0 is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can you check if a number is odd?</a:t>
            </a:r>
          </a:p>
          <a:p/>
          <a:p>
            <a:r>
              <a:t>Answer:</a:t>
            </a:r>
          </a:p>
          <a:p>
            <a:r>
              <a:t>A number is odd when the condition number % 2 != 0 is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purpose of else-if?</a:t>
            </a:r>
          </a:p>
          <a:p/>
          <a:p>
            <a:r>
              <a:t>Answer:</a:t>
            </a:r>
          </a:p>
          <a:p>
            <a:r>
              <a:t>Else-if is used to test multiple conditions one after another until a matching condition is found.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nested if statement?</a:t>
            </a:r>
          </a:p>
          <a:p/>
          <a:p>
            <a:r>
              <a:t>Answer:</a:t>
            </a:r>
          </a:p>
          <a:p>
            <a:r>
              <a:t>A nested if statement is an if statement placed inside another if statement.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an if statement exist without an else?</a:t>
            </a:r>
          </a:p>
          <a:p/>
          <a:p>
            <a:r>
              <a:t>Answer:</a:t>
            </a:r>
          </a:p>
          <a:p>
            <a:r>
              <a:t>Yes, an if statement can be written and used without an accompanying else block.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output when a false condition is tested in an if statement without else?</a:t>
            </a:r>
          </a:p>
          <a:p/>
          <a:p>
            <a:r>
              <a:t>Answer:</a:t>
            </a:r>
          </a:p>
          <a:p>
            <a:r>
              <a:t>No output occurs because no statements execute when the condition is false and no else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role of braces {} in C/C++ conditionals?</a:t>
            </a:r>
          </a:p>
          <a:p/>
          <a:p>
            <a:r>
              <a:t>Answer:</a:t>
            </a:r>
          </a:p>
          <a:p>
            <a:r>
              <a:t>Braces group multiple statements into one block and define which statements belong to a condition.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&gt; mean?</a:t>
            </a:r>
          </a:p>
          <a:p/>
          <a:p>
            <a:r>
              <a:t>Answer:</a:t>
            </a:r>
          </a:p>
          <a:p>
            <a:r>
              <a:t>Greater than. It checks whether the value on the left is larger than the right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&lt; mean?</a:t>
            </a:r>
          </a:p>
          <a:p/>
          <a:p>
            <a:r>
              <a:t>Answer:</a:t>
            </a:r>
          </a:p>
          <a:p>
            <a:r>
              <a:t>Less than. It checks whether the value on the left is smaller than the right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&gt;= mean?</a:t>
            </a:r>
          </a:p>
          <a:p/>
          <a:p>
            <a:r>
              <a:t>Answer:</a:t>
            </a:r>
          </a:p>
          <a:p>
            <a:r>
              <a:t>Greater than or equal to. It checks if a value is larger than or equal.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&lt;= mean?</a:t>
            </a:r>
          </a:p>
          <a:p/>
          <a:p>
            <a:r>
              <a:t>Answer:</a:t>
            </a:r>
          </a:p>
          <a:p>
            <a:r>
              <a:t>Less than or equal to. It checks if a value is smaller than or equal.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!= mean?</a:t>
            </a:r>
          </a:p>
          <a:p/>
          <a:p>
            <a:r>
              <a:t>Answer:</a:t>
            </a:r>
          </a:p>
          <a:p>
            <a:r>
              <a:t>Not equal to. It checks whether two values are different from each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switch statement?</a:t>
            </a:r>
          </a:p>
          <a:p/>
          <a:p>
            <a:r>
              <a:t>Answer:</a:t>
            </a:r>
          </a:p>
          <a:p>
            <a:r>
              <a:t>A switch statement selects one block of code from many choices based on an expression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case label in a switch statement?</a:t>
            </a:r>
          </a:p>
          <a:p/>
          <a:p>
            <a:r>
              <a:t>Answer:</a:t>
            </a:r>
          </a:p>
          <a:p>
            <a:r>
              <a:t>A case label represents a specific value that can match the switch expression.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Why is break used in switch?</a:t>
            </a:r>
          </a:p>
          <a:p/>
          <a:p>
            <a:r>
              <a:t>Answer:</a:t>
            </a:r>
          </a:p>
          <a:p>
            <a:r>
              <a:t>Break stops execution of the switch statement and prevents unwanted execution of later cases.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happens if break is omitted?</a:t>
            </a:r>
          </a:p>
          <a:p/>
          <a:p>
            <a:r>
              <a:t>Answer:</a:t>
            </a:r>
          </a:p>
          <a:p>
            <a:r>
              <a:t>If break is omitted, execution continues into the next case statements automatically.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default case in switch?</a:t>
            </a:r>
          </a:p>
          <a:p/>
          <a:p>
            <a:r>
              <a:t>Answer:</a:t>
            </a:r>
          </a:p>
          <a:p>
            <a:r>
              <a:t>The default case executes when none of the specified case labels match the expression.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switch compare strings in C++?</a:t>
            </a:r>
          </a:p>
          <a:p/>
          <a:p>
            <a:r>
              <a:t>Answer:</a:t>
            </a:r>
          </a:p>
          <a:p>
            <a:r>
              <a:t>No. Traditional C++ switch statements cannot directly compare string values.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statement is better for many constant choices: if-else or switch?</a:t>
            </a:r>
          </a:p>
          <a:p/>
          <a:p>
            <a:r>
              <a:t>Answer:</a:t>
            </a:r>
          </a:p>
          <a:p>
            <a:r>
              <a:t>Switch is generally better for many constant choices because it improves readability and organization.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test whether a value is positive?</a:t>
            </a:r>
          </a:p>
          <a:p/>
          <a:p>
            <a:r>
              <a:t>Answer:</a:t>
            </a:r>
          </a:p>
          <a:p>
            <a:r>
              <a:t>Use the condition value &gt; 0 to determine whether a value is positive.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test whether a value is negative?</a:t>
            </a:r>
          </a:p>
          <a:p/>
          <a:p>
            <a:r>
              <a:t>Answer:</a:t>
            </a:r>
          </a:p>
          <a:p>
            <a:r>
              <a:t>Use the condition value &lt; 0 to determine whether a value is negative.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test whether a value is zero?</a:t>
            </a:r>
          </a:p>
          <a:p/>
          <a:p>
            <a:r>
              <a:t>Answer:</a:t>
            </a:r>
          </a:p>
          <a:p>
            <a:r>
              <a:t>Use the condition value == 0 to determine whether a value is zero.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a condition to check if age is at least 18.</a:t>
            </a:r>
          </a:p>
          <a:p/>
          <a:p>
            <a:r>
              <a:t>Answer:</a:t>
            </a:r>
          </a:p>
          <a:p>
            <a:r>
              <a:t>Condition: age &gt;= 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a condition to check if marks are above 50.</a:t>
            </a:r>
          </a:p>
          <a:p/>
          <a:p>
            <a:r>
              <a:t>Answer:</a:t>
            </a:r>
          </a:p>
          <a:p>
            <a:r>
              <a:t>Condition: marks &gt;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decision making in programming?</a:t>
            </a:r>
          </a:p>
          <a:p/>
          <a:p>
            <a:r>
              <a:t>Answer:</a:t>
            </a:r>
          </a:p>
          <a:p>
            <a:r>
              <a:t>Decision making allows a program to choose different actions based on conditions and user input.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nested if statements have multiple levels?</a:t>
            </a:r>
          </a:p>
          <a:p/>
          <a:p>
            <a:r>
              <a:t>Answer:</a:t>
            </a:r>
          </a:p>
          <a:p>
            <a:r>
              <a:t>Yes, nested if statements can have multiple levels depending on program requirements.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logical AND (&amp;&amp;)?</a:t>
            </a:r>
          </a:p>
          <a:p/>
          <a:p>
            <a:r>
              <a:t>Answer:</a:t>
            </a:r>
          </a:p>
          <a:p>
            <a:r>
              <a:t>Logical AND returns true only when all combined conditions are true.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logical OR (||)?</a:t>
            </a:r>
          </a:p>
          <a:p/>
          <a:p>
            <a:r>
              <a:t>Answer:</a:t>
            </a:r>
          </a:p>
          <a:p>
            <a:r>
              <a:t>Logical OR returns true when at least one of the conditions is true.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logical NOT (!)?</a:t>
            </a:r>
          </a:p>
          <a:p/>
          <a:p>
            <a:r>
              <a:t>Answer:</a:t>
            </a:r>
          </a:p>
          <a:p>
            <a:r>
              <a:t>Logical NOT reverses a condition's result, changing true to false and false to true.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check if a year is divisible by 4?</a:t>
            </a:r>
          </a:p>
          <a:p/>
          <a:p>
            <a:r>
              <a:t>Answer:</a:t>
            </a:r>
          </a:p>
          <a:p>
            <a:r>
              <a:t>Use the condition year % 4 == 0 to check divisibility by four.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leap year?</a:t>
            </a:r>
          </a:p>
          <a:p/>
          <a:p>
            <a:r>
              <a:t>Answer:</a:t>
            </a:r>
          </a:p>
          <a:p>
            <a:r>
              <a:t>A leap year contains 366 days and includes an extra day in February.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first condition for a leap year?</a:t>
            </a:r>
          </a:p>
          <a:p/>
          <a:p>
            <a:r>
              <a:t>Answer:</a:t>
            </a:r>
          </a:p>
          <a:p>
            <a:r>
              <a:t>The first condition is that the year must be divisible by 4.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find the largest of two numbers?</a:t>
            </a:r>
          </a:p>
          <a:p/>
          <a:p>
            <a:r>
              <a:t>Answer:</a:t>
            </a:r>
          </a:p>
          <a:p>
            <a:r>
              <a:t>Compare both numbers using an if statement and display the greater value.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 you find the largest of three numbers?</a:t>
            </a:r>
          </a:p>
          <a:p/>
          <a:p>
            <a:r>
              <a:t>Answer:</a:t>
            </a:r>
          </a:p>
          <a:p>
            <a:r>
              <a:t>Use if-else-if conditions to compare all three numbers and determine the largest value.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an if-else-if ladder?</a:t>
            </a:r>
          </a:p>
          <a:p/>
          <a:p>
            <a:r>
              <a:t>Answer:</a:t>
            </a:r>
          </a:p>
          <a:p>
            <a:r>
              <a:t>An if-else-if ladder checks multiple conditions in sequence until one condition becomes true.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difference between if and switch?</a:t>
            </a:r>
          </a:p>
          <a:p/>
          <a:p>
            <a:r>
              <a:t>Answer:</a:t>
            </a:r>
          </a:p>
          <a:p>
            <a:r>
              <a:t>If handles complex conditions, while switch works best with fixed constant choices.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switch use ranges directly?</a:t>
            </a:r>
          </a:p>
          <a:p/>
          <a:p>
            <a:r>
              <a:t>Answer:</a:t>
            </a:r>
          </a:p>
          <a:p>
            <a:r>
              <a:t>No. Switch statements cannot directly use ranges; separate case values are required.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fall-through in switch?</a:t>
            </a:r>
          </a:p>
          <a:p/>
          <a:p>
            <a:r>
              <a:t>Answer:</a:t>
            </a:r>
          </a:p>
          <a:p>
            <a:r>
              <a:t>Fall-through occurs when execution continues to the next case because break was omitted.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data type is usually used for conditions?</a:t>
            </a:r>
          </a:p>
          <a:p/>
          <a:p>
            <a:r>
              <a:t>Answer:</a:t>
            </a:r>
          </a:p>
          <a:p>
            <a:r>
              <a:t>The bool data type is commonly used for storing conditional results.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Why are conditional statements important?</a:t>
            </a:r>
          </a:p>
          <a:p/>
          <a:p>
            <a:r>
              <a:t>Answer:</a:t>
            </a:r>
          </a:p>
          <a:p>
            <a:r>
              <a:t>Conditional statements help programs make decisions and respond differently to various situations.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Give one real-life example of a conditional statement.</a:t>
            </a:r>
          </a:p>
          <a:p/>
          <a:p>
            <a:r>
              <a:t>Answer:</a:t>
            </a:r>
          </a:p>
          <a:p>
            <a:r>
              <a:t>If a traffic light is green, vehicles move; otherwise, they stop and wait.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Name four conditional structures covered.</a:t>
            </a:r>
          </a:p>
          <a:p/>
          <a:p>
            <a:r>
              <a:t>Answer:</a:t>
            </a:r>
          </a:p>
          <a:p>
            <a:r>
              <a:t>if, if-else, else-if ladder, and switch are four common conditional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